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2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2962656"/>
            <a:ext cx="5029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kern="0" spc="10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Wellness Companion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Health.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Insights.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Lives.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0" y="3017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wellness platform that learns your behavior,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health patterns, and guides you to sustainable habits.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</a:rPr>
              <a:t>AI &amp; Automation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Wellness Apps Fail Users?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743200" cy="1371600"/>
          </a:xfrm>
          <a:prstGeom prst="rect">
            <a:avLst/>
          </a:prstGeom>
          <a:solidFill>
            <a:srgbClr val="F0FAFA"/>
          </a:solidFill>
          <a:ln w="12700">
            <a:solidFill>
              <a:srgbClr val="CCE8E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spread across multiple disconnected apps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743200" cy="1371600"/>
          </a:xfrm>
          <a:prstGeom prst="rect">
            <a:avLst/>
          </a:prstGeom>
          <a:solidFill>
            <a:srgbClr val="F0FAFA"/>
          </a:solidFill>
          <a:ln w="12700">
            <a:solidFill>
              <a:srgbClr val="CCE8E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087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and tips are time-based, not personalized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2743200" cy="1371600"/>
          </a:xfrm>
          <a:prstGeom prst="rect">
            <a:avLst/>
          </a:prstGeom>
          <a:solidFill>
            <a:srgbClr val="F0FAFA"/>
          </a:solidFill>
          <a:ln w="12700">
            <a:solidFill>
              <a:srgbClr val="CCE8E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50876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73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stats but receive no actionable guidance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2743200" cy="1371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274320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Warnings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burnout and fatigue signals go undetected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743200" cy="1371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08960"/>
            <a:ext cx="274320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273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Drop-off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guidance leads to goal abandonment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Health — 5 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6304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Daily Check-In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mood, sleep, hydration &amp; activity in under 60 seconds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46304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Pattern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links between sleep, energy, stress &amp; nutrition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60320" cy="146304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54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Nudges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reminders based on your behavior trends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3017520"/>
            <a:ext cx="2560320" cy="146304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3520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Wellness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summaries of habits, wins &amp; improvements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2560320" cy="146304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Risk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8587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tracking fatigue, burnout &amp; recovery status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(Vanilla)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615184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36976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55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Check-In 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858768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3383280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AI 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1993392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/ Node.js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615184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OpenAI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236976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255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Analysis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858768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87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NLP Insight Generator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651760" cy="3383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993392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(Prototype)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615184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633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Firebase (Production)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236976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255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Scheduled Health Reports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858768"/>
            <a:ext cx="2377440" cy="502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877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 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18688" y="2834640"/>
            <a:ext cx="137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3328" y="2834640"/>
            <a:ext cx="1371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Data Flow 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Aura Thinks and Learns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383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sleep, hydration, stress &amp; activity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cross-metric correlations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individual user rhythms over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743200" cy="3383280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Insight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data into plain language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3–5 weekly personalized insights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complex health data accessible to 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743200" cy="3383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metrics into 0–100 Wellness 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burnout, fatigue &amp; recovery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80%+ wellness risk accuracy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645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23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(Vanilla)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743200" cy="1645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71600"/>
            <a:ext cx="2743200" cy="384048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1874520"/>
            <a:ext cx="109728" cy="10972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221992"/>
            <a:ext cx="109728" cy="10972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569464"/>
            <a:ext cx="109728" cy="10972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523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743200" cy="1645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371600"/>
            <a:ext cx="27432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8745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22199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25694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5237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Engine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2743200" cy="1645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291840"/>
            <a:ext cx="2743200" cy="38404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794760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443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46120" y="3291840"/>
            <a:ext cx="2743200" cy="1645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29184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337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429000" y="379476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0168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429000" y="41422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0168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Engine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29000" y="448970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4443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Goals &amp; Future Vision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37160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 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1920240" cy="137160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Habit Retention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1920240" cy="137160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325880"/>
            <a:ext cx="1920240" cy="1371600"/>
          </a:xfrm>
          <a:prstGeom prst="rect">
            <a:avLst/>
          </a:prstGeom>
          <a:solidFill>
            <a:srgbClr val="0D3553"/>
          </a:solidFill>
          <a:ln w="12700">
            <a:solidFill>
              <a:srgbClr val="15517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Engagement Lift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364992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Health aims to become a trusted AI wellness companion that helps individuals understand their health better, build lasting habits, and prevent burnout through intelligent, personalized guidance — making wellness accessible, actionable, and sustainable for everyone.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Health  ·  AI &amp; Automation Hackathon  ·  Round 1 Submission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433</Words>
  <Application>Microsoft Office PowerPoint</Application>
  <PresentationFormat>On-screen Show (16:9)</PresentationFormat>
  <Paragraphs>112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Health – AI-Powered Wellness Companion</dc:title>
  <dc:subject>PptxGenJS Presentation</dc:subject>
  <dc:creator>PptxGenJS</dc:creator>
  <cp:lastModifiedBy>pavana teja</cp:lastModifiedBy>
  <cp:revision>2</cp:revision>
  <dcterms:created xsi:type="dcterms:W3CDTF">2026-06-06T08:37:17Z</dcterms:created>
  <dcterms:modified xsi:type="dcterms:W3CDTF">2026-06-06T08:45:51Z</dcterms:modified>
</cp:coreProperties>
</file>